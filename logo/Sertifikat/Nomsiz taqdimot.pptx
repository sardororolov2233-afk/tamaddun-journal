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embeddedFontLst>
    <p:embeddedFont>
      <p:font typeface="Dancing Script" panose="020B0604020202020204" charset="0"/>
      <p:regular r:id="rId4"/>
      <p:bold r:id="rId5"/>
    </p:embeddedFont>
    <p:embeddedFont>
      <p:font typeface="Georgia" panose="02040502050405020303" pitchFamily="18" charset="0"/>
      <p:regular r:id="rId6"/>
      <p:bold r:id="rId7"/>
      <p:italic r:id="rId8"/>
      <p:boldItalic r:id="rId9"/>
    </p:embeddedFont>
    <p:embeddedFont>
      <p:font typeface="Great Vibes" panose="020B0604020202020204" charset="-52"/>
      <p:regular r:id="rId1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730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presProps" Target="presProps.xml"/><Relationship Id="rId5" Type="http://schemas.openxmlformats.org/officeDocument/2006/relationships/font" Target="fonts/font2.fntdata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z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z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941200" y="1272500"/>
            <a:ext cx="3261600" cy="7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uz" sz="4880">
                <a:solidFill>
                  <a:srgbClr val="6D9EEB"/>
                </a:solidFill>
                <a:latin typeface="Great Vibes"/>
                <a:ea typeface="Great Vibes"/>
                <a:cs typeface="Great Vibes"/>
                <a:sym typeface="Great Vibes"/>
              </a:rPr>
              <a:t>Sertifikat</a:t>
            </a:r>
            <a:endParaRPr sz="4880">
              <a:solidFill>
                <a:srgbClr val="6D9EEB"/>
              </a:solidFill>
              <a:latin typeface="Great Vibes"/>
              <a:ea typeface="Great Vibes"/>
              <a:cs typeface="Great Vibes"/>
              <a:sym typeface="Great Vibes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7325" y="2761750"/>
            <a:ext cx="6759900" cy="43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uz" sz="1260">
                <a:solidFill>
                  <a:srgbClr val="1C4587"/>
                </a:solidFill>
                <a:latin typeface="Georgia"/>
                <a:ea typeface="Georgia"/>
                <a:cs typeface="Georgia"/>
                <a:sym typeface="Georgia"/>
              </a:rPr>
              <a:t>{{mavzu}}</a:t>
            </a:r>
            <a:endParaRPr sz="1260">
              <a:solidFill>
                <a:srgbClr val="1C4587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33525" y="601400"/>
            <a:ext cx="1088475" cy="43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63274" y="497300"/>
            <a:ext cx="1317299" cy="526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709850" y="566625"/>
            <a:ext cx="1317291" cy="47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32625" y="566638"/>
            <a:ext cx="435400" cy="4354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3"/>
          <p:cNvSpPr txBox="1"/>
          <p:nvPr/>
        </p:nvSpPr>
        <p:spPr>
          <a:xfrm>
            <a:off x="1565075" y="4099825"/>
            <a:ext cx="821700" cy="6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z" sz="1800">
                <a:solidFill>
                  <a:schemeClr val="dk2"/>
                </a:solidFill>
              </a:rPr>
              <a:t>{{qr}}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61" name="Google Shape;61;p13"/>
          <p:cNvCxnSpPr/>
          <p:nvPr/>
        </p:nvCxnSpPr>
        <p:spPr>
          <a:xfrm rot="10800000" flipH="1">
            <a:off x="1176825" y="2431600"/>
            <a:ext cx="6759900" cy="1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" name="Google Shape;62;p13"/>
          <p:cNvSpPr txBox="1"/>
          <p:nvPr/>
        </p:nvSpPr>
        <p:spPr>
          <a:xfrm>
            <a:off x="1237325" y="2062513"/>
            <a:ext cx="6416100" cy="33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uz" sz="1700">
                <a:solidFill>
                  <a:schemeClr val="dk2"/>
                </a:solidFill>
              </a:rPr>
              <a:t>{{ism_familya}}</a:t>
            </a:r>
            <a:endParaRPr sz="1700">
              <a:solidFill>
                <a:schemeClr val="dk2"/>
              </a:solidFill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1237325" y="3867300"/>
            <a:ext cx="1384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z" sz="800">
                <a:solidFill>
                  <a:srgbClr val="20124D"/>
                </a:solidFill>
              </a:rPr>
              <a:t>Sana / Date: {{sana}} </a:t>
            </a:r>
            <a:endParaRPr sz="600">
              <a:solidFill>
                <a:srgbClr val="20124D"/>
              </a:solidFill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1090700" y="1168050"/>
            <a:ext cx="24189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z" sz="700">
                <a:solidFill>
                  <a:srgbClr val="20124D"/>
                </a:solidFill>
              </a:rPr>
              <a:t>DOI: 10.36001/tamaddun.{{yil}}.{{jild}}.{{nashr}}.xxxxxxx</a:t>
            </a:r>
            <a:endParaRPr sz="700">
              <a:solidFill>
                <a:srgbClr val="20124D"/>
              </a:solidFill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2075050" y="2472813"/>
            <a:ext cx="5305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z" sz="1000">
                <a:solidFill>
                  <a:srgbClr val="1C4587"/>
                </a:solidFill>
                <a:latin typeface="Courier New"/>
                <a:ea typeface="Courier New"/>
                <a:cs typeface="Courier New"/>
                <a:sym typeface="Courier New"/>
              </a:rPr>
              <a:t>quyidagi nomli ilmiy maqolani taqdim etgani va nashr etilgani uchun </a:t>
            </a:r>
            <a:endParaRPr sz="1000">
              <a:solidFill>
                <a:srgbClr val="1C4587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6" name="Google Shape;66;p13"/>
          <p:cNvSpPr txBox="1"/>
          <p:nvPr/>
        </p:nvSpPr>
        <p:spPr>
          <a:xfrm>
            <a:off x="2709850" y="3480063"/>
            <a:ext cx="4897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z" sz="1000" b="1">
                <a:solidFill>
                  <a:srgbClr val="1C4587"/>
                </a:solidFill>
                <a:latin typeface="Dancing Script"/>
                <a:ea typeface="Dancing Script"/>
                <a:cs typeface="Dancing Script"/>
                <a:sym typeface="Dancing Script"/>
              </a:rPr>
              <a:t>«Tamaddun» ilmiy jurnalining Jild {{jild}}, Nashr {{nashr}} ({{yil}}) sonida chop etildi.</a:t>
            </a:r>
            <a:endParaRPr sz="1000" b="1">
              <a:solidFill>
                <a:srgbClr val="1C4587"/>
              </a:solidFill>
              <a:latin typeface="Dancing Script"/>
              <a:ea typeface="Dancing Script"/>
              <a:cs typeface="Dancing Script"/>
              <a:sym typeface="Dancing Script"/>
            </a:endParaRPr>
          </a:p>
        </p:txBody>
      </p:sp>
      <p:cxnSp>
        <p:nvCxnSpPr>
          <p:cNvPr id="68" name="Google Shape;68;p13"/>
          <p:cNvCxnSpPr/>
          <p:nvPr/>
        </p:nvCxnSpPr>
        <p:spPr>
          <a:xfrm rot="10800000" flipH="1">
            <a:off x="6325750" y="4487300"/>
            <a:ext cx="1054800" cy="15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" name="Google Shape;69;p13"/>
          <p:cNvSpPr txBox="1"/>
          <p:nvPr/>
        </p:nvSpPr>
        <p:spPr>
          <a:xfrm>
            <a:off x="6194500" y="4487300"/>
            <a:ext cx="13173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z" sz="1000">
                <a:solidFill>
                  <a:schemeClr val="dk1"/>
                </a:solidFill>
              </a:rPr>
              <a:t>BOSH MUHARRIR</a:t>
            </a:r>
            <a:endParaRPr sz="1000">
              <a:solidFill>
                <a:schemeClr val="dk1"/>
              </a:solidFill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D11F830-843A-AA88-59B4-0375FF70A11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0764" y="3625480"/>
            <a:ext cx="865118" cy="91404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0F9C5F2-7918-BF68-EFF0-9A9F541A2D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1679" y="4246490"/>
            <a:ext cx="865118" cy="29303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</Words>
  <Application>Microsoft Office PowerPoint</Application>
  <PresentationFormat>Экран (16:9)</PresentationFormat>
  <Paragraphs>9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7" baseType="lpstr">
      <vt:lpstr>Courier New</vt:lpstr>
      <vt:lpstr>Arial</vt:lpstr>
      <vt:lpstr>Georgia</vt:lpstr>
      <vt:lpstr>Dancing Script</vt:lpstr>
      <vt:lpstr>Great Vibes</vt:lpstr>
      <vt:lpstr>Simple Light</vt:lpstr>
      <vt:lpstr>Sertifikat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sardororolov2233@gmail.com</cp:lastModifiedBy>
  <cp:revision>1</cp:revision>
  <dcterms:modified xsi:type="dcterms:W3CDTF">2026-06-06T20:19:54Z</dcterms:modified>
</cp:coreProperties>
</file>