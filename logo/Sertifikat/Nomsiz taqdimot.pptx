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Amasis MT Pro Black" panose="02040A04050005020304" pitchFamily="18" charset="0"/>
      <p:bold r:id="rId4"/>
    </p:embeddedFont>
    <p:embeddedFont>
      <p:font typeface="Candara Light" panose="020E0502030303020204" pitchFamily="34" charset="0"/>
      <p:regular r:id="rId5"/>
      <p:italic r:id="rId6"/>
    </p:embeddedFont>
    <p:embeddedFont>
      <p:font typeface="Dancing Script" panose="020B0604020202020204" charset="0"/>
      <p:regular r:id="rId7"/>
      <p:bold r:id="rId8"/>
    </p:embeddedFont>
    <p:embeddedFont>
      <p:font typeface="Great Vibes" panose="020B0604020202020204" charset="-52"/>
      <p:regular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z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882253" y="1354665"/>
            <a:ext cx="3261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uz" sz="4880" dirty="0">
                <a:solidFill>
                  <a:srgbClr val="6D9EEB"/>
                </a:solidFill>
                <a:latin typeface="Great Vibes"/>
                <a:ea typeface="Great Vibes"/>
                <a:cs typeface="Great Vibes"/>
                <a:sym typeface="Great Vibes"/>
              </a:rPr>
              <a:t>Sertifikat</a:t>
            </a:r>
            <a:endParaRPr sz="4880" dirty="0">
              <a:solidFill>
                <a:srgbClr val="6D9EEB"/>
              </a:solidFill>
              <a:latin typeface="Great Vibes"/>
              <a:ea typeface="Great Vibes"/>
              <a:cs typeface="Great Vibes"/>
              <a:sym typeface="Great Vibes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237325" y="2761749"/>
            <a:ext cx="6759900" cy="604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uz-Latn-UZ" sz="1000" b="1" cap="all" dirty="0">
                <a:latin typeface="Amasis MT Pro Black" panose="02040A04050005020304" pitchFamily="18" charset="0"/>
              </a:rPr>
              <a:t>Boshlang‘ich sinflarda o‘simliklar anatomiyasi, fiziologiyasi, sistematikasi va shakllarini o‘qitishning pedagogik-metodik tizimi</a:t>
            </a: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3525" y="601400"/>
            <a:ext cx="1088475" cy="43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3274" y="497300"/>
            <a:ext cx="1317299" cy="526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9850" y="566625"/>
            <a:ext cx="1317291" cy="47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32625" y="566638"/>
            <a:ext cx="435400" cy="43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3"/>
          <p:cNvCxnSpPr/>
          <p:nvPr/>
        </p:nvCxnSpPr>
        <p:spPr>
          <a:xfrm rot="10800000" flipH="1">
            <a:off x="1176825" y="2431600"/>
            <a:ext cx="6759900" cy="18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Google Shape;62;p13"/>
          <p:cNvSpPr txBox="1"/>
          <p:nvPr/>
        </p:nvSpPr>
        <p:spPr>
          <a:xfrm>
            <a:off x="1237325" y="2062513"/>
            <a:ext cx="6416100" cy="3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uz-Latn-UZ" b="1" dirty="0">
                <a:latin typeface="Candara Light" panose="020E0502030303020204" pitchFamily="34" charset="0"/>
              </a:rPr>
              <a:t>Usmonova Xurshida Aybekovna , Abdulhayeva Xabibaxon</a:t>
            </a:r>
            <a:endParaRPr sz="1700" dirty="0">
              <a:solidFill>
                <a:schemeClr val="dk2"/>
              </a:solidFill>
              <a:latin typeface="Candara Light" panose="020E0502030303020204" pitchFamily="34" charset="0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237325" y="3867300"/>
            <a:ext cx="13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z" sz="800" dirty="0">
                <a:solidFill>
                  <a:srgbClr val="20124D"/>
                </a:solidFill>
              </a:rPr>
              <a:t>Sana / Date: 07.06.2026 </a:t>
            </a:r>
            <a:endParaRPr sz="600" dirty="0">
              <a:solidFill>
                <a:srgbClr val="20124D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982859" y="1214964"/>
            <a:ext cx="24189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pt-BR" sz="800" b="1" dirty="0"/>
              <a:t>DOI:</a:t>
            </a:r>
            <a:r>
              <a:rPr lang="pt-BR" sz="800" dirty="0"/>
              <a:t> 10.36001/tamaddun.2026.3.4.a2e6c772</a:t>
            </a:r>
            <a:endParaRPr sz="100" dirty="0">
              <a:solidFill>
                <a:srgbClr val="20124D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075050" y="2472813"/>
            <a:ext cx="53055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z" sz="1000">
                <a:solidFill>
                  <a:srgbClr val="1C4587"/>
                </a:solidFill>
                <a:latin typeface="Courier New"/>
                <a:ea typeface="Courier New"/>
                <a:cs typeface="Courier New"/>
                <a:sym typeface="Courier New"/>
              </a:rPr>
              <a:t>quyidagi nomli ilmiy maqolani taqdim etgani va nashr etilgani uchun </a:t>
            </a:r>
            <a:endParaRPr sz="10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709850" y="3480063"/>
            <a:ext cx="489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z" sz="1000" b="1" dirty="0">
                <a:solidFill>
                  <a:srgbClr val="1C4587"/>
                </a:solidFill>
                <a:latin typeface="Dancing Script"/>
                <a:ea typeface="Dancing Script"/>
                <a:cs typeface="Dancing Script"/>
                <a:sym typeface="Dancing Script"/>
              </a:rPr>
              <a:t>«Tamaddun» ilmiy jurnalining Jild 1, Nashr 3;  6 sonida chop etildi.</a:t>
            </a:r>
            <a:endParaRPr sz="1000" b="1" dirty="0">
              <a:solidFill>
                <a:srgbClr val="1C4587"/>
              </a:solidFill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cxnSp>
        <p:nvCxnSpPr>
          <p:cNvPr id="68" name="Google Shape;68;p13"/>
          <p:cNvCxnSpPr/>
          <p:nvPr/>
        </p:nvCxnSpPr>
        <p:spPr>
          <a:xfrm rot="10800000" flipH="1">
            <a:off x="6325750" y="4487300"/>
            <a:ext cx="1054800" cy="15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13"/>
          <p:cNvSpPr txBox="1"/>
          <p:nvPr/>
        </p:nvSpPr>
        <p:spPr>
          <a:xfrm>
            <a:off x="6194500" y="4487300"/>
            <a:ext cx="13173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z" sz="1000">
                <a:solidFill>
                  <a:schemeClr val="dk1"/>
                </a:solidFill>
              </a:rPr>
              <a:t>BOSH MUHARRIR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D11F830-843A-AA88-59B4-0375FF70A1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0764" y="3625480"/>
            <a:ext cx="865118" cy="9140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0F9C5F2-7918-BF68-EFF0-9A9F541A2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1679" y="4246490"/>
            <a:ext cx="865118" cy="29303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00F69F-9885-164F-73B9-4CBB3CC656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33869" y="4128266"/>
            <a:ext cx="593334" cy="5933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68</Words>
  <Application>Microsoft Office PowerPoint</Application>
  <PresentationFormat>Экран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Courier New</vt:lpstr>
      <vt:lpstr>Amasis MT Pro Black</vt:lpstr>
      <vt:lpstr>Arial</vt:lpstr>
      <vt:lpstr>Great Vibes</vt:lpstr>
      <vt:lpstr>Candara Light</vt:lpstr>
      <vt:lpstr>Dancing Script</vt:lpstr>
      <vt:lpstr>Simple Light</vt:lpstr>
      <vt:lpstr>Sertifikat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Пользователь</dc:creator>
  <cp:lastModifiedBy>sardororolov2233@gmail.com</cp:lastModifiedBy>
  <cp:revision>2</cp:revision>
  <dcterms:modified xsi:type="dcterms:W3CDTF">2026-06-07T07:35:18Z</dcterms:modified>
</cp:coreProperties>
</file>